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AIONOS TECHNICAL ASSIGNMENT</a:t>
            </a:r>
          </a:p>
          <a:p>
            <a:pPr>
              <a:spcBef>
                <a:spcPts val="1200"/>
              </a:spcBef>
              <a:defRPr sz="4400" b="1">
                <a:solidFill>
                  <a:srgbClr val="FFFFFF"/>
                </a:solidFill>
              </a:defRPr>
            </a:pPr>
            <a:r>
              <a:t>Executive Productivity Agent</a:t>
            </a:r>
          </a:p>
          <a:p>
            <a:pPr>
              <a:spcBef>
                <a:spcPts val="1000"/>
              </a:spcBef>
              <a:defRPr sz="1800">
                <a:solidFill>
                  <a:srgbClr val="94A3B8"/>
                </a:solidFill>
              </a:defRPr>
            </a:pPr>
            <a:r>
              <a:t>Autonomous Action Extraction, Cross-Source Deduplication &amp; Grounded Intelligence</a:t>
            </a:r>
          </a:p>
          <a:p>
            <a:pPr>
              <a:spcBef>
                <a:spcPts val="2800"/>
              </a:spcBef>
              <a:defRPr sz="1300" b="1">
                <a:solidFill>
                  <a:srgbClr val="10B981"/>
                </a:solidFill>
              </a:defRPr>
            </a:pPr>
            <a:r>
              <a:t>Target Executive: Arjun Malhotra — VP Sales, Veridian Corp  |  Anchor Period: 21–25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EXECUTIVE PRODUCTIVITY AGENT — AIONOS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Executive Information Overload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Fragmented Multi-Modal Data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Commitments are scattered across meeting transcripts, emails, audio memos, and calendars.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Executives spend hours manually reconciling who agreed to what and by when.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Critical deliverables slip through cracks between modalities.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Redundancy &amp; Noise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The same commitment appears repeatedly in meetings, follow-up emails, and personal voice memos.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Executives receive repetitive reminder pings without unified status tracking.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Lack of cross-modal deduplication causes duplicate task lists and confusion.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Ownership Ambiguity &amp; Clashes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Compliance deadlines (e.g. Mumbai lease) get passed around with no confirmed owner.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Meeting reschedules create silent double-bookings on executive calendars.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LLMs hallucinate owners or assume completed tasks are still pending.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EXECUTIVE PRODUCTIVITY AGENT — AIONOS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Solution: A Grounded Executive Productivity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Personalized Commitment Extraction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Disentangles commitments Arjun personally made vs actions owned by others.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Strict adherence to executive identity (Arjun Malhotra, VP Sales).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Semantic Cross-Source Deduplication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Merges promises appearing across meetings, emails, and voice memos into 1 consolidated action.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Retains full multi-source citation links for end-to-end explainability.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Hallucination Safeguards &amp; Ambiguity Isolation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Rule 1: Never guess or invent an owner. Mumbai lease flagged explicitly as Unclear Ownership.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Rule 3 &amp; 4: Status updated based on latest explicit delivery evidence (e.g. Expense report).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4. Executive Action Dashboard &amp; Grounded Q&amp;A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Daily Action Brief prioritizing Due Today, Overdue, and Calendar conflicts.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Interactive Q&amp;A agent providing source-grounded answers with verbatim citations.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EXECUTIVE PRODUCTIVITY AGENT — AIONOS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Canonical Multi-Modal Dataset (21–25 Sep 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Meeting Transcripts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Leadership Sync (21 Sep, 10:00 AM)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Attendees: Arjun, Neha, Raghav, Divya.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Key discussions: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- Vendor list promised by Arjun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- Campaign deck timing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- Expense report timeline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- Mumbai lease unassigned alert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5 Email Threads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1. Vendor List (Raghav &amp; Arjun)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2. Q3 Campaign Deck (Neha &amp; Arjun)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3. Meridian Logistics Reschedule (Priya &amp; Arjun)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4. Expense Variance Report (Divya &amp; Arjun)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5. Mumbai Office Lease Renewal (Facilities, Raghav, Divya)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Voice Notes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Voice Note 1 (21 Sep 6:30 PM):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- Vendor shortlist memo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- Meridian call reconfirmation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Voice Note 2 (22 Sep 8:45 AM):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- Review regional sales targets before leadership session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- Follow up on expense variance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4 Calendars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Arjun Malhotra (VP Sales)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Neha Kapoor (Marketing Lead)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Raghav Sethi (Ops Manager)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Divya Rao (Finance Lead)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Calendar Intelligence flags Thursday 9:30 AM overlap: Board Prep vs Campaign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EXECUTIVE PRODUCTIVITY AGENT — AIONOS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10-Stage Multi-Agent Processing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1907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1. Ingestion Agent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Loads transcripts, emails, audio notes, and calendar feeds.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1907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2. Normalizer Agent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Anchors temporal context to 21-25 Sep 2026; resolves identities.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5120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3347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3. Extraction Agent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Extracts explicit promises, requests, and deliverables via Pydantic.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60320"/>
            <a:ext cx="5120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63347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4. Deadline Normalizer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Converts relative phrases ('Wednesday morning') to exact ISO stamps.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120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4787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5. Ownership Classifier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Enforces Rule 1: Arjun vs Other vs Unclear (Never guess).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474720"/>
            <a:ext cx="5120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54787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6. Deduplication Engine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Merges multi-source commitments into single high-signal 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5120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46227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7. Conflict Engine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Latest explicit evidence overrides earlier estimates.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389120"/>
            <a:ext cx="5120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46227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8. State &amp; SQLite DB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Stores canonical action records, source audit links, and history.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5120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37667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9. Daily Brief Generator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Computes executive KPIs, priorities, overdue items, and risks.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303520"/>
            <a:ext cx="5120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537667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10. Grounded Q&amp;A Agent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Answers natural-language queries citing verbatim source quotes.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EXECUTIVE PRODUCTIVITY AGENT — AIONOS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Commitment Intelligence &amp; Temporal Reasoning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Strict Ownership Distinction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Arjun's Personal Commitments ('My Actions'):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Send updated vendor list to Raghav Sethi.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Attend rescheduled Meridian Logistics sync with Priya Nair.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Review regional sales targets before Thursday board session.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Other Stakeholders' Commitments ('Waiting On Others'):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Neha Kapoor: Share Q3 Campaign Deck.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Divya Rao: Deliver Q3 Expense Variance Report.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Distinction Principle: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Divya's expense report or Neha's campaign deck NEVER become Arjun actions. The agent cleanly distinguishes ownership.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Temporal Deadline Normalization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Relative Deadline Conversion (Week of 21–25 Sep 2026):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'Wednesday morning' -&gt; 2026-09-23T11:00:00 (Before 11:00 AM review)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'Wednesday evening' -&gt; 2026-09-23T18:00:00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'Thursday 9:30 AM' -&gt; 2026-09-24T09:30:00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'Friday end of day' -&gt; 2026-09-25T17:00:00 IST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Overdue &amp; At-Risk Detection: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Simulated time: Wednesday 23 September 2026.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Vendor list committed for Wednesday morning; Raghav checked in at 8:45 AM. No delivery email exists -&gt; Status: OVERDUE / AT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EXECUTIVE PRODUCTIVITY AGENT — AIONOS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Deduplication, Unclear Ownership &amp; Conflict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Cross-Source Deduplication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Action: Send updated vendor list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Appeared in 3 distinct modalities: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1. [Meeting] Leadership Sync (21 Sep 10 AM)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2. [Email] Vendor List Thread (21-23 Sep)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3. [Voice] Voice Note 1 (21 Sep 6:30 PM)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Result: Merged into 1 single consolidated action with 3 preserved source citations (66% clutter reduction).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⚠️ Unclear Ownership Isolation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Action: Mumbai lease renewal signature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Data Evidence: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Facilities: Signature required by Friday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Raghav: Who has authority to sign?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Divya: Real estate not finance's plate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Raghav (Wed): Still unassigned &amp; unowned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Result: Never assigned to Arjun. Displayed with high-visibility alert: 'Ownership is unclear. No owner confirmed.'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Conflict &amp; Status Resolution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Q3 Campaign Deck: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Initial: Wednesday afternoon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Resolved: Moved to Thursday 9:30 AM per Neha's request &amp; Arjun's acceptance.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Expense Variance Report: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Initial: Thursday morning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Updated: Wednesday evening per Arjun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Delivery: Sent Wed 5:45 PM; ack 6:15 PM -&gt; Status: COMPLETED. Removed from waiting.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EXECUTIVE PRODUCTIVITY AGENT — AIONOS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Daily Executive Dashboard (UI &amp; Experience)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Executive Dashboard Capabilities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Header &amp; KPIs: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Greeting: 'Good Morning, Arjun'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KPI Badges: My Actions (2), Waiting (1), Overdue (1), Unclear (1), Completed (1)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Priority Attention Panel: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Needs Action Today: Vendor List (Overdue), Meridian Call (3:00 PM)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Key Risks: Lease compliance lapse, double-booking clash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Today's Calendar &amp; Schedule Alert: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15:00 - 15:45: Meridian Logistics Client Sync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Thursday alert: 30-min overlap between Board Prep and Deck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Deep Traceability &amp; Explainability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1-Click Source Drawer: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Clicking any action opens complete audit drawer displaying: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WHY THIS ACTION EXISTS: Contextual business rationale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WHAT EVIDENCE SUPPORTS IT: Verbatim quotes and timestamps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LATEST SOURCE: Most recent communication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ALL REFERENCED SOURCES: Multi-modal citations (Meeting, Email, Voice)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Defensible for Executive Review: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Zero hallucinated data. Every pill, badge, and date links to exact underlying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EXECUTIVE PRODUCTIVITY AGENT — AIONOS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Automated Verification: 100% Pass on All Test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19072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[PASS] Test 1: What did I promise Raghav?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Identified updated vendor list promised by Wednesday morning; cited 3 sources; flagged overdue.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19072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[PASS] Test 2: What needs action today?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Surfaced Arjun's Wednesday commitments: Vendor list (overdue) and Meridian sync (3:00 PM).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62072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[PASS] Test 3: Who owns Mumbai lease?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Strictly declared Unclear Ownership. Refused to guess or assign to Arjun per Rule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8892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862072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[PASS] Test 4: Is expense report pending?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Confirmed COMPLETED. Delivered by Divya Wednesday 5:45 PM and acknowledged at 6:15 PM.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05072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[PASS] Test 5: When is campaign deck review?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Thursday 24 Sep at 9:30 AM (rescheduled from Wed). Flagged calendar clash with Board Prep.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05072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[PASS] Test 6: What happened to Meridian call?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Moved from Monday to Wednesday 23 Sep at 3:00 PM and confirmed per Priya Nair's email.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7492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148072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[PASS] Test 7: Show duplicate commitments.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Demonstrated 3-source consolidation for vendor list across Meeting, Email, and Voice Note.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07492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5148072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[PASS] Rule 7 Safeguard: Out-of-scope query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Refusal: 'I don't have enough evidence in the provided sources to answer that.'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EXECUTIVE PRODUCTIVITY AGENT — AIONOS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Technology Stack, AI Tools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Tech Stack &amp; Architecture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Backend: Python 3.13 + FastAPI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Database: SQLite with relational action schemas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Frontend: Responsive SPA with Tailwind CSS &amp; Lucide icons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Serving: Standalone FastAPI web service + React-ready components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Testing: Pytest automated test suite (9/9 passed in 0.25s)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AI Tools &amp; Safeguards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LLM Abstraction Layer: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Pydantic structured output enforcement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Temperature = 0.0 for deterministic extraction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Seven Hallucination Safeguards: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Rule 1: Never invent an owner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Rule 2: Never invent a deadline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Rule 3: Explicit completion proof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• Rule 7: Strict refusal on missing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Production Roadmap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1. Real-Time Connectors: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OAuth2 integrations for Google Workspace, Outlook 365, and Slack.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2. Voice Note Audio Ingestion: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Direct Whisper ASR pipeline for raw voice memos.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3. Proactive Autonomous Actions: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Draft 1-click email replies ('Sent vendor list to Raghav') and auto-suggest calendar shifts.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